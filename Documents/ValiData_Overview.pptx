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ValiData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Data Quality &amp; Observability Control Plane for Snowflake &amp; 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Calibri"/>
              </a:defRPr>
            </a:pPr>
            <a:r>
              <a:t>⚠  THE PROBLEM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01368"/>
            <a:ext cx="320040" cy="320040"/>
          </a:xfrm>
          <a:prstGeom prst="ellipse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051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Data moves outside the warehouse for quality checks — creating security risks &amp; compliance gaps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04288"/>
            <a:ext cx="320040" cy="320040"/>
          </a:xfrm>
          <a:prstGeom prst="ellipse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134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High egress costs when extracting data to external DQ tools for validation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807208"/>
            <a:ext cx="320040" cy="320040"/>
          </a:xfrm>
          <a:prstGeom prst="ellipse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16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unified view — teams juggle multiple tools for profiling, lineage, anomaly detection &amp; governance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310128"/>
            <a:ext cx="320040" cy="320040"/>
          </a:xfrm>
          <a:prstGeom prst="ellipse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192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Manual, ad-hoc quality checks — no scheduling, no automation, no audit trail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813048"/>
            <a:ext cx="320040" cy="320040"/>
          </a:xfrm>
          <a:prstGeom prst="ellipse">
            <a:avLst/>
          </a:prstGeom>
          <a:solidFill>
            <a:srgbClr val="2A1A1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22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94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Siloed metadata — data catalog, quality scores, and lineage live in separate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3A1515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Result: Poor data trust, delayed decisions, wasted compute spend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188720"/>
            <a:ext cx="25400" cy="5303520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✅  OUR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E0"/>
                </a:solidFill>
                <a:latin typeface="Calibri"/>
              </a:defRPr>
            </a:pPr>
            <a:r>
              <a:t>"Pushdown Architecture" — SQL runs inside the warehouse, data never leaves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14884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2700">
            <a:solidFill>
              <a:srgbClr val="00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E0"/>
                </a:solidFill>
                <a:latin typeface="Calibri"/>
              </a:defRPr>
            </a:pPr>
            <a:r>
              <a:t>📊  Data Quality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Define rules (Null, Unique, Range, Pattern, Blank) → ValiData generates SQL → pushes to Snowflake/Databricks → returns scores &amp; anomalies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06324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108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🤖  AI-Powered Intelligence (No External API Keys)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Snowflake Cortex (Mistral-large) &amp; Databricks AI Functions (Llama 3) — LLMs run inside the warehouse for rule suggestions, chat agent, table summaries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977639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🔗  Full Observability Suite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Live Data Catalog • Column Profiling • Automated Lineage Inference • Usage Analytics • Anomaly Detection • Scheduled DQ Runs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98348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02035"/>
          </a:solidFill>
          <a:ln w="1270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🛠  Technology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32180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Frontend:     React 19  •  TypeScript  •  Vite 8  •  React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5229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Backend:      FastAPI (Python)  •  Uvicorn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7241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Connectors:  snowflake-connector-python  •  databricks-sql-connector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9253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AI / LLM:      Snowflake Cortex (Mistral)  •  Databricks AI (Llama 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61264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Database:     PostgreSQL (Neon)  /  SQLite  (auto-detects)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ValiData — 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Why ValiData is the right choice for enterprise data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9050">
            <a:solidFill>
              <a:srgbClr val="00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00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E0"/>
                </a:solidFill>
                <a:latin typeface="Calibri"/>
              </a:defRPr>
            </a:pPr>
            <a:r>
              <a:t>Zero Data Movement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Raw data NEVER leaves Snowflake / Databricks. SQL is pushed into the warehouse. Only metadata, counts, and anomaly flags are returned.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1508760"/>
            <a:ext cx="457200" cy="4572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Zero Egress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data extraction means no egress charges. Uses existing warehouse compute — no separate DQ infrastructure to provision or pay for.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1508760"/>
            <a:ext cx="457200" cy="4572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Calibri"/>
              </a:defRPr>
            </a:pPr>
            <a:r>
              <a:t>Native AI (No API Keys)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Leverages Snowflake Cortex &amp; Databricks AI Functions. LLMs run inside the warehouse for rule suggestions, chat, and table summaries.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95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00"/>
                </a:solidFill>
                <a:latin typeface="Calibri"/>
              </a:defRPr>
            </a:pPr>
            <a:r>
              <a:t>Unified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One platform for Data Catalog, Column Profiling, DQ Rules, Lineage, Usage Analytics, and Anomaly Detection — no tool sprawl.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905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3977640"/>
            <a:ext cx="457200" cy="4572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AF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995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F7AC5"/>
                </a:solidFill>
                <a:latin typeface="Calibri"/>
              </a:defRPr>
            </a:pPr>
            <a:r>
              <a:t>Automated &amp; Scheduled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Schedule recurring DQ runs (every 5 min to monthly). Automatic anomaly detection with audit trail. No manual intervention needed.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A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977640"/>
            <a:ext cx="457200" cy="457200"/>
          </a:xfrm>
          <a:prstGeom prst="ellipse">
            <a:avLst/>
          </a:prstGeom>
          <a:solidFill>
            <a:srgbClr val="0A152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95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Cloud-Native &amp; Fast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Frontend on Vercel (global CDN), Backend on Render (auto-scaling), DB on Neon (serverless PostgreSQL). Deploy in minutes, not weeks.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6217920"/>
            <a:ext cx="7619695" cy="457200"/>
          </a:xfrm>
          <a:prstGeom prst="roundRect">
            <a:avLst>
              <a:gd name="adj" fmla="val 5000"/>
            </a:avLst>
          </a:prstGeom>
          <a:solidFill>
            <a:srgbClr val="102035"/>
          </a:solidFill>
          <a:ln w="12700">
            <a:solidFill>
              <a:srgbClr val="00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6245352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DE0"/>
                </a:solidFill>
                <a:latin typeface="Calibri"/>
              </a:defRPr>
            </a:pPr>
            <a:r>
              <a:t>ValiData  —  Enterprise Trust, Native Performance, Zero Data Movement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